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23"/>
    <p:restoredTop sz="94610"/>
  </p:normalViewPr>
  <p:slideViewPr>
    <p:cSldViewPr snapToGrid="0" snapToObjects="1">
      <p:cViewPr>
        <p:scale>
          <a:sx n="170" d="100"/>
          <a:sy n="170" d="100"/>
        </p:scale>
        <p:origin x="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50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26" name="Picture 2" descr="Strategy First University | Myanmar ...">
            <a:extLst>
              <a:ext uri="{FF2B5EF4-FFF2-40B4-BE49-F238E27FC236}">
                <a16:creationId xmlns:a16="http://schemas.microsoft.com/office/drawing/2014/main" id="{463429CE-26C2-4167-9D42-19771A3DD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89" y="161055"/>
            <a:ext cx="506453" cy="3386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versity Of Wolverhampton - EAIM">
            <a:extLst>
              <a:ext uri="{FF2B5EF4-FFF2-40B4-BE49-F238E27FC236}">
                <a16:creationId xmlns:a16="http://schemas.microsoft.com/office/drawing/2014/main" id="{A2F57583-47DE-1CDA-CC93-66DCF3759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05" b="31213"/>
          <a:stretch/>
        </p:blipFill>
        <p:spPr bwMode="auto">
          <a:xfrm>
            <a:off x="827671" y="157455"/>
            <a:ext cx="1271994" cy="33774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</Words>
  <Application>Microsoft Macintosh PowerPoint</Application>
  <PresentationFormat>On-screen Show (16:9)</PresentationFormat>
  <Paragraphs>26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IR Presentation</dc:title>
  <dc:subject>PptxGenJS Presentation</dc:subject>
  <dc:creator>Aung Kaung Myat &amp; Zarni Hlawn</dc:creator>
  <cp:lastModifiedBy>Aung Kaung Myat</cp:lastModifiedBy>
  <cp:revision>2</cp:revision>
  <dcterms:created xsi:type="dcterms:W3CDTF">2026-05-21T12:31:36Z</dcterms:created>
  <dcterms:modified xsi:type="dcterms:W3CDTF">2026-05-21T12:47:13Z</dcterms:modified>
</cp:coreProperties>
</file>